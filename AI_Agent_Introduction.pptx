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Agent 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00D4FF"/>
                </a:solidFill>
              </a:defRPr>
            </a:pPr>
            <a:r>
              <a:t>智能代理技术概览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47472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474720" cy="7315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Agent 的定义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能够感知环境并采取行动以实现目标的智能系统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03120"/>
            <a:ext cx="347472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3474720" cy="73152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548640" cy="548640"/>
          </a:xfrm>
          <a:prstGeom prst="ellipse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核心组件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感知 | 推理 | 行动 | 记忆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03120"/>
            <a:ext cx="3474720" cy="3200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103120"/>
            <a:ext cx="3474720" cy="73152"/>
          </a:xfrm>
          <a:prstGeom prst="rect">
            <a:avLst/>
          </a:prstGeom>
          <a:solidFill>
            <a:srgbClr val="FD7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2377440"/>
            <a:ext cx="548640" cy="548640"/>
          </a:xfrm>
          <a:prstGeom prst="ellipse">
            <a:avLst/>
          </a:prstGeom>
          <a:solidFill>
            <a:srgbClr val="FD7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423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200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CCCCC"/>
                </a:solidFill>
              </a:defRPr>
            </a:pPr>
            <a:r>
              <a:t>自动化任务 | 智能助手 | 自主决策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88888"/>
                </a:solidFill>
              </a:defRPr>
            </a:pPr>
            <a:r>
              <a:t>AI Agent - The Future of Intelligent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